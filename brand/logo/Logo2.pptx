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1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58D4C-720B-A546-0FF2-F1D342CB5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9C7FD-C5F4-E1CD-D186-FB576555E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E530D-704D-9E62-E32F-D675EE7F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07159-3C3F-A3A2-BEB6-776307568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024C8-C1D8-8770-F012-0190947A5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039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7575-0F70-3928-AAE9-BCC97B6A5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2D123-D959-95BC-50CE-C74B4B465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12637-B78B-2509-D049-611CAA0A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7F2DC-DFC5-5D62-108F-D3EA8D042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3E8AC-3642-1EA1-E688-7AFE71A4C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779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6A772-AF2A-4F55-0839-EC5F1B885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0EFA1-9EE4-AFC1-DF06-5CC6DC62F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41BBA-F499-54B2-7E3A-185BFFDD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E142-394D-51E8-5912-F0E960B26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D8C02-EED3-C8F8-9F94-B9035BABF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05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7629-7730-70B4-4995-8AA984D5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7F603-E1DC-9DF2-E5AD-E07C23728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85B757-2B18-DC56-EA0B-A1159CE04C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974A70-75F6-6E90-B50D-A96BB14E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D0757-C771-2CA7-4D07-3C5CA3AA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F93DA9-79B1-07DD-8607-72AFDC0E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1C12D-F604-6E55-9EF5-A9239C801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00C1F-0F99-ECD2-E041-62C75FBD4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7980BB-EDD8-CACB-B745-9221B8624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B98FE0-F0DF-882C-95E7-BDA79807F0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3774C0-7191-61EC-5FC8-2FB3B9BFC3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09FB78-0727-B2B6-C4EB-00A80110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D791E-3E0F-770F-43C0-A96F49E7C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048B00-7587-D08F-4B6D-7A113D23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38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D8113-CD69-8FC3-5802-9324572D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B98907-DECD-A136-2042-20A6A172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4C873-A9BE-0951-16BC-0D176722F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0EBBA9-A472-C869-5375-7EA7CE8F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1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18EC7-0087-2873-41EA-F252ED03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68057A-1EDA-046E-B10D-CB73E29E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669EB-72D5-4BFB-6B08-46B51804C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23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B9622-EEB9-6AF2-9800-DF19169F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D3F91-CB91-E827-02AD-D3F8629B0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1EDA3-CBAB-79E2-A7DA-2ED754F31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86534-1ECA-7FB2-15B8-02DA22F4F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A7769-2D2C-7F0F-CAA1-5A837FF72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BF3F3-664C-0C8D-521E-B5ACCDAB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4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6B9B-C1E3-A08A-2E73-88E58A617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D4BCDB-A880-EC5E-A6B7-A06A513F52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E5A4A7-2EDC-CCFF-63D6-AE9AB154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0BFFE-6701-5009-E640-7067158F3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81E01-7293-8D87-ECBB-0872D073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C21E8-F71E-DB61-CA93-B96088E1D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1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AF58A-D9CE-06D5-8020-7DE088FE0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BB9F2-D635-4EFC-15F6-641E0F57D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DE02B-F45B-B5BF-75C3-D55B157D1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C1B90-A3A9-C821-1E77-1FDB2996D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C7006-62A1-A622-3ED6-4F5AA611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7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8A3A8F-FCF9-3520-DA44-BB8A675056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0A8D5-369A-E885-8178-E96A26AE7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A70CD-6280-B19A-B89E-C8065C6E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D2A3C-73F9-FFE9-7A54-A569D64A4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A3F5E-552D-5AAE-625E-46E55445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46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CD17A-8843-7052-4DD4-CEE30B5F5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60D830-15AC-CCA8-0522-498FC1B59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9F160-8971-81BD-BA9E-11A956448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87B8-092D-441B-8042-B3FDA8FE2397}" type="datetimeFigureOut">
              <a:rPr lang="en-US" smtClean="0"/>
              <a:t>02/21/2026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679D8-46C5-8A55-4BB8-2C537C027C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22200-7897-2113-BA6D-8D04FAAE5B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49198E-5808-4025-8B5A-585DCC9F63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5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B064CC-CA79-4038-148B-D14E1038EB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42" y="1553321"/>
            <a:ext cx="3751358" cy="37513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A3CA36-1290-1CA6-7F0F-59D7E690A5B6}"/>
              </a:ext>
            </a:extLst>
          </p:cNvPr>
          <p:cNvSpPr txBox="1"/>
          <p:nvPr/>
        </p:nvSpPr>
        <p:spPr>
          <a:xfrm>
            <a:off x="3734148" y="2819400"/>
            <a:ext cx="744947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err="1">
                <a:solidFill>
                  <a:srgbClr val="FF5900"/>
                </a:solidFill>
                <a:latin typeface="Pathway Extreme 8pt Medium" pitchFamily="2" charset="0"/>
              </a:rPr>
              <a:t>Up</a:t>
            </a:r>
            <a:r>
              <a:rPr lang="en-US" sz="9600" dirty="0" err="1">
                <a:latin typeface="Pathway Extreme 8pt Medium" pitchFamily="2" charset="0"/>
              </a:rPr>
              <a:t>Ventures</a:t>
            </a:r>
            <a:endParaRPr lang="en-US" sz="9600" dirty="0">
              <a:latin typeface="Pathway Extreme 8p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3905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Pathway Extreme 8pt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Davide Maria Giacomini</dc:creator>
  <cp:lastModifiedBy>Davide Maria Giacomini</cp:lastModifiedBy>
  <cp:revision>1</cp:revision>
  <dcterms:created xsi:type="dcterms:W3CDTF">2026-02-21T16:39:47Z</dcterms:created>
  <dcterms:modified xsi:type="dcterms:W3CDTF">2026-02-21T16:42:24Z</dcterms:modified>
</cp:coreProperties>
</file>