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69181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AEAE"/>
    <a:srgbClr val="FF5900"/>
    <a:srgbClr val="FFFFFF"/>
    <a:srgbClr val="FF0000"/>
    <a:srgbClr val="000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749795"/>
            <a:ext cx="9088041" cy="3722335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5615678"/>
            <a:ext cx="8018860" cy="2581379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8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6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2665532"/>
            <a:ext cx="9221689" cy="4447496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7155103"/>
            <a:ext cx="9221689" cy="2338833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6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846200"/>
            <a:ext cx="4544021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8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69242"/>
            <a:ext cx="922168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2620980"/>
            <a:ext cx="4523137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3905482"/>
            <a:ext cx="452313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2620980"/>
            <a:ext cx="4545413" cy="128450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3905482"/>
            <a:ext cx="454541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8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9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4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539425"/>
            <a:ext cx="5412730" cy="7598117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8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712788"/>
            <a:ext cx="3448388" cy="2494756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539425"/>
            <a:ext cx="5412730" cy="7598117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3207544"/>
            <a:ext cx="3448388" cy="5942372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9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2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569240"/>
            <a:ext cx="2305422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569240"/>
            <a:ext cx="678261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569242"/>
            <a:ext cx="92216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846200"/>
            <a:ext cx="92216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994A8-4486-4666-A498-272AB3252E51}" type="datetimeFigureOut">
              <a:rPr lang="en-US" smtClean="0"/>
              <a:t>02/18/2026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9909729"/>
            <a:ext cx="360848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9909729"/>
            <a:ext cx="240565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8E6F3-03C3-4A58-987E-57312EC2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9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50A8C4-887B-7FE8-D848-0B832831F661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94B61-139E-3788-4AC6-4D36190A693E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28F0C-99A1-7175-65D7-FA650D37BDA1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21E78-D4FC-3F8F-A015-3562EF435EE3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40DED0A1-65B9-2240-AE0F-B0A1167EF56B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chemeClr val="tx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02035BDC-242E-8A85-6F9A-28A96B4578DC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9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B7E0D-CF4B-AC92-FFAB-A04B554A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5A892B-77E4-E519-A5DC-5CD704D49DD6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1E9CD-4D09-675F-33C4-E1C5FFD8BFFD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7D4371-25A9-A649-B455-884EF1E72DCA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7C5047-EB5D-2A35-6ACB-C9AF10963306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3D45774-89CB-EE44-1B30-FE0BED3BA4C5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3ABE1012-DD78-284B-1876-3070FDC77FD3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0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4037F-5F4E-CECF-090D-498E70F6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675BED-AAA7-CBAF-0364-D4F14232F42A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319FC1-8A7F-BD12-41C9-7AA81841788A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85DCEF-1DEC-4366-FE91-980624583C17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4AAA6-488E-D2F2-BF0D-2B20DC23C69A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BE95CFE-F56F-9AA3-886D-FFF075F69A34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rgbClr val="FF5900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EE2A7B7-7A6F-2171-8A34-1F42B109143E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21459-BE54-B18C-0E37-6250E6FA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40CF61-D614-FA59-E1CA-9CA28E4E2BFC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6F92A-D378-378B-6121-37AD80D4BAFA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DF12C-0FA1-2E5E-AFCC-594BD50B85DF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B8188-73CC-9C82-A610-2511A421C321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rgbClr val="FF5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E176DD0-D8D7-D7E7-CE5D-63B574D99790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rgbClr val="FF5900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C003A65-FF45-29C8-0014-69AA2CC8F43B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6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2C29-5E84-57BB-7EF3-10FC1062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728EF9-95D2-94A8-0DCB-18BCC9623B59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23909-78D9-317C-3153-32903B686B89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FC825C-1379-B85C-0A21-B6DA4CA011E4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891C0-3678-08A7-6C47-42A32436DD5A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CBC006CB-B8CF-23D6-90BF-11F5D9836EB8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rgbClr val="32AEAE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9D3CEE5-2A10-B311-022B-FBB77801567C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4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63E3F-C685-37EC-6C26-D6FD083F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8C738F-3A69-9D5A-8486-B7D4D6F1821E}"/>
              </a:ext>
            </a:extLst>
          </p:cNvPr>
          <p:cNvSpPr/>
          <p:nvPr/>
        </p:nvSpPr>
        <p:spPr>
          <a:xfrm>
            <a:off x="1235242" y="2053390"/>
            <a:ext cx="3320716" cy="4973052"/>
          </a:xfrm>
          <a:custGeom>
            <a:avLst/>
            <a:gdLst>
              <a:gd name="csX0" fmla="*/ 0 w 3304674"/>
              <a:gd name="csY0" fmla="*/ 0 h 4908884"/>
              <a:gd name="csX1" fmla="*/ 3304674 w 3304674"/>
              <a:gd name="csY1" fmla="*/ 0 h 4908884"/>
              <a:gd name="csX2" fmla="*/ 3304674 w 3304674"/>
              <a:gd name="csY2" fmla="*/ 4908884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636295 w 3304674"/>
              <a:gd name="csY2" fmla="*/ 4154905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47537 w 3304674"/>
              <a:gd name="csY2" fmla="*/ 3914273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187116 w 3304674"/>
              <a:gd name="csY2" fmla="*/ 3737810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04674"/>
              <a:gd name="csY0" fmla="*/ 0 h 4908884"/>
              <a:gd name="csX1" fmla="*/ 3304674 w 3304674"/>
              <a:gd name="csY1" fmla="*/ 0 h 4908884"/>
              <a:gd name="csX2" fmla="*/ 1395663 w 3304674"/>
              <a:gd name="csY2" fmla="*/ 3721768 h 4908884"/>
              <a:gd name="csX3" fmla="*/ 0 w 3304674"/>
              <a:gd name="csY3" fmla="*/ 4908884 h 4908884"/>
              <a:gd name="csX4" fmla="*/ 0 w 3304674"/>
              <a:gd name="csY4" fmla="*/ 0 h 4908884"/>
              <a:gd name="csX0" fmla="*/ 0 w 3320716"/>
              <a:gd name="csY0" fmla="*/ 0 h 4908884"/>
              <a:gd name="csX1" fmla="*/ 3320716 w 3320716"/>
              <a:gd name="csY1" fmla="*/ 753979 h 4908884"/>
              <a:gd name="csX2" fmla="*/ 1395663 w 3320716"/>
              <a:gd name="csY2" fmla="*/ 3721768 h 4908884"/>
              <a:gd name="csX3" fmla="*/ 0 w 3320716"/>
              <a:gd name="csY3" fmla="*/ 4908884 h 4908884"/>
              <a:gd name="csX4" fmla="*/ 0 w 3320716"/>
              <a:gd name="csY4" fmla="*/ 0 h 4908884"/>
              <a:gd name="csX0" fmla="*/ 3304674 w 3320716"/>
              <a:gd name="csY0" fmla="*/ 0 h 4940968"/>
              <a:gd name="csX1" fmla="*/ 3320716 w 3320716"/>
              <a:gd name="csY1" fmla="*/ 786063 h 4940968"/>
              <a:gd name="csX2" fmla="*/ 1395663 w 3320716"/>
              <a:gd name="csY2" fmla="*/ 3753852 h 4940968"/>
              <a:gd name="csX3" fmla="*/ 0 w 3320716"/>
              <a:gd name="csY3" fmla="*/ 4940968 h 4940968"/>
              <a:gd name="csX4" fmla="*/ 3304674 w 3320716"/>
              <a:gd name="csY4" fmla="*/ 0 h 4940968"/>
              <a:gd name="csX0" fmla="*/ 3288632 w 3320716"/>
              <a:gd name="csY0" fmla="*/ 0 h 4973052"/>
              <a:gd name="csX1" fmla="*/ 3320716 w 3320716"/>
              <a:gd name="csY1" fmla="*/ 818147 h 4973052"/>
              <a:gd name="csX2" fmla="*/ 1395663 w 3320716"/>
              <a:gd name="csY2" fmla="*/ 3785936 h 4973052"/>
              <a:gd name="csX3" fmla="*/ 0 w 3320716"/>
              <a:gd name="csY3" fmla="*/ 4973052 h 4973052"/>
              <a:gd name="csX4" fmla="*/ 3288632 w 3320716"/>
              <a:gd name="csY4" fmla="*/ 0 h 497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0716" h="4973052">
                <a:moveTo>
                  <a:pt x="3288632" y="0"/>
                </a:moveTo>
                <a:lnTo>
                  <a:pt x="3320716" y="818147"/>
                </a:lnTo>
                <a:lnTo>
                  <a:pt x="1395663" y="3785936"/>
                </a:lnTo>
                <a:lnTo>
                  <a:pt x="0" y="4973052"/>
                </a:lnTo>
                <a:lnTo>
                  <a:pt x="3288632" y="0"/>
                </a:ln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173E2-5971-4CA9-A9BD-81FB4A7A241C}"/>
              </a:ext>
            </a:extLst>
          </p:cNvPr>
          <p:cNvSpPr/>
          <p:nvPr/>
        </p:nvSpPr>
        <p:spPr>
          <a:xfrm>
            <a:off x="4525921" y="2053389"/>
            <a:ext cx="1921878" cy="3445877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1652336"/>
              <a:gd name="csY0" fmla="*/ 0 h 3449052"/>
              <a:gd name="csX1" fmla="*/ 914400 w 1652336"/>
              <a:gd name="csY1" fmla="*/ 0 h 3449052"/>
              <a:gd name="csX2" fmla="*/ 1652336 w 1652336"/>
              <a:gd name="csY2" fmla="*/ 3449052 h 3449052"/>
              <a:gd name="csX3" fmla="*/ 0 w 1652336"/>
              <a:gd name="csY3" fmla="*/ 914400 h 3449052"/>
              <a:gd name="csX4" fmla="*/ 0 w 1652336"/>
              <a:gd name="csY4" fmla="*/ 0 h 3449052"/>
              <a:gd name="csX0" fmla="*/ 0 w 1973179"/>
              <a:gd name="csY0" fmla="*/ 0 h 3449052"/>
              <a:gd name="csX1" fmla="*/ 1973179 w 1973179"/>
              <a:gd name="csY1" fmla="*/ 3096126 h 3449052"/>
              <a:gd name="csX2" fmla="*/ 1652336 w 1973179"/>
              <a:gd name="csY2" fmla="*/ 3449052 h 3449052"/>
              <a:gd name="csX3" fmla="*/ 0 w 1973179"/>
              <a:gd name="csY3" fmla="*/ 914400 h 3449052"/>
              <a:gd name="csX4" fmla="*/ 0 w 1973179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0 w 1925053"/>
              <a:gd name="csY3" fmla="*/ 914400 h 3449052"/>
              <a:gd name="csX4" fmla="*/ 0 w 1925053"/>
              <a:gd name="csY4" fmla="*/ 0 h 3449052"/>
              <a:gd name="csX0" fmla="*/ 0 w 1925053"/>
              <a:gd name="csY0" fmla="*/ 0 h 3449052"/>
              <a:gd name="csX1" fmla="*/ 1925053 w 1925053"/>
              <a:gd name="csY1" fmla="*/ 3047999 h 3449052"/>
              <a:gd name="csX2" fmla="*/ 1652336 w 1925053"/>
              <a:gd name="csY2" fmla="*/ 3449052 h 3449052"/>
              <a:gd name="csX3" fmla="*/ 3175 w 1925053"/>
              <a:gd name="csY3" fmla="*/ 860425 h 3449052"/>
              <a:gd name="csX4" fmla="*/ 0 w 1925053"/>
              <a:gd name="csY4" fmla="*/ 0 h 3449052"/>
              <a:gd name="csX0" fmla="*/ 0 w 1925053"/>
              <a:gd name="csY0" fmla="*/ 0 h 3445877"/>
              <a:gd name="csX1" fmla="*/ 1925053 w 1925053"/>
              <a:gd name="csY1" fmla="*/ 3047999 h 3445877"/>
              <a:gd name="csX2" fmla="*/ 1614236 w 1925053"/>
              <a:gd name="csY2" fmla="*/ 3445877 h 3445877"/>
              <a:gd name="csX3" fmla="*/ 3175 w 1925053"/>
              <a:gd name="csY3" fmla="*/ 860425 h 3445877"/>
              <a:gd name="csX4" fmla="*/ 0 w 1925053"/>
              <a:gd name="csY4" fmla="*/ 0 h 3445877"/>
              <a:gd name="csX0" fmla="*/ 0 w 1921878"/>
              <a:gd name="csY0" fmla="*/ 0 h 3445877"/>
              <a:gd name="csX1" fmla="*/ 1921878 w 1921878"/>
              <a:gd name="csY1" fmla="*/ 2990849 h 3445877"/>
              <a:gd name="csX2" fmla="*/ 1614236 w 1921878"/>
              <a:gd name="csY2" fmla="*/ 3445877 h 3445877"/>
              <a:gd name="csX3" fmla="*/ 3175 w 1921878"/>
              <a:gd name="csY3" fmla="*/ 860425 h 3445877"/>
              <a:gd name="csX4" fmla="*/ 0 w 1921878"/>
              <a:gd name="csY4" fmla="*/ 0 h 3445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21878" h="3445877">
                <a:moveTo>
                  <a:pt x="0" y="0"/>
                </a:moveTo>
                <a:lnTo>
                  <a:pt x="1921878" y="2990849"/>
                </a:lnTo>
                <a:lnTo>
                  <a:pt x="1614236" y="3445877"/>
                </a:lnTo>
                <a:lnTo>
                  <a:pt x="3175" y="860425"/>
                </a:lnTo>
                <a:cubicBezTo>
                  <a:pt x="2117" y="573617"/>
                  <a:pt x="1058" y="286808"/>
                  <a:pt x="0" y="0"/>
                </a:cubicBez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417DB-9EA9-1598-900B-F1D7FDC9CC79}"/>
              </a:ext>
            </a:extLst>
          </p:cNvPr>
          <p:cNvSpPr/>
          <p:nvPr/>
        </p:nvSpPr>
        <p:spPr>
          <a:xfrm>
            <a:off x="6055646" y="3519300"/>
            <a:ext cx="1141830" cy="1977063"/>
          </a:xfrm>
          <a:custGeom>
            <a:avLst/>
            <a:gdLst>
              <a:gd name="csX0" fmla="*/ 0 w 1283368"/>
              <a:gd name="csY0" fmla="*/ 0 h 1912895"/>
              <a:gd name="csX1" fmla="*/ 1283368 w 1283368"/>
              <a:gd name="csY1" fmla="*/ 0 h 1912895"/>
              <a:gd name="csX2" fmla="*/ 1283368 w 1283368"/>
              <a:gd name="csY2" fmla="*/ 1912895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19200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0 w 1283368"/>
              <a:gd name="csY0" fmla="*/ 0 h 1912895"/>
              <a:gd name="csX1" fmla="*/ 1283368 w 1283368"/>
              <a:gd name="csY1" fmla="*/ 0 h 1912895"/>
              <a:gd name="csX2" fmla="*/ 1203158 w 1283368"/>
              <a:gd name="csY2" fmla="*/ 645568 h 1912895"/>
              <a:gd name="csX3" fmla="*/ 0 w 1283368"/>
              <a:gd name="csY3" fmla="*/ 1912895 h 1912895"/>
              <a:gd name="csX4" fmla="*/ 0 w 1283368"/>
              <a:gd name="csY4" fmla="*/ 0 h 1912895"/>
              <a:gd name="csX0" fmla="*/ 770021 w 1283368"/>
              <a:gd name="csY0" fmla="*/ 0 h 1944979"/>
              <a:gd name="csX1" fmla="*/ 1283368 w 1283368"/>
              <a:gd name="csY1" fmla="*/ 32084 h 1944979"/>
              <a:gd name="csX2" fmla="*/ 1203158 w 1283368"/>
              <a:gd name="csY2" fmla="*/ 677652 h 1944979"/>
              <a:gd name="csX3" fmla="*/ 0 w 1283368"/>
              <a:gd name="csY3" fmla="*/ 1944979 h 1944979"/>
              <a:gd name="csX4" fmla="*/ 770021 w 1283368"/>
              <a:gd name="csY4" fmla="*/ 0 h 1944979"/>
              <a:gd name="csX0" fmla="*/ 0 w 1363578"/>
              <a:gd name="csY0" fmla="*/ 1203158 h 1912895"/>
              <a:gd name="csX1" fmla="*/ 1363578 w 1363578"/>
              <a:gd name="csY1" fmla="*/ 0 h 1912895"/>
              <a:gd name="csX2" fmla="*/ 1283368 w 1363578"/>
              <a:gd name="csY2" fmla="*/ 645568 h 1912895"/>
              <a:gd name="csX3" fmla="*/ 80210 w 1363578"/>
              <a:gd name="csY3" fmla="*/ 1912895 h 1912895"/>
              <a:gd name="csX4" fmla="*/ 0 w 1363578"/>
              <a:gd name="csY4" fmla="*/ 1203158 h 1912895"/>
              <a:gd name="csX0" fmla="*/ 0 w 1283368"/>
              <a:gd name="csY0" fmla="*/ 1267326 h 1977063"/>
              <a:gd name="csX1" fmla="*/ 882315 w 1283368"/>
              <a:gd name="csY1" fmla="*/ 0 h 1977063"/>
              <a:gd name="csX2" fmla="*/ 1283368 w 1283368"/>
              <a:gd name="csY2" fmla="*/ 709736 h 1977063"/>
              <a:gd name="csX3" fmla="*/ 80210 w 1283368"/>
              <a:gd name="csY3" fmla="*/ 1977063 h 1977063"/>
              <a:gd name="csX4" fmla="*/ 0 w 1283368"/>
              <a:gd name="csY4" fmla="*/ 1267326 h 1977063"/>
              <a:gd name="csX0" fmla="*/ 0 w 1155031"/>
              <a:gd name="csY0" fmla="*/ 1267326 h 1977063"/>
              <a:gd name="csX1" fmla="*/ 882315 w 1155031"/>
              <a:gd name="csY1" fmla="*/ 0 h 1977063"/>
              <a:gd name="csX2" fmla="*/ 1155031 w 1155031"/>
              <a:gd name="csY2" fmla="*/ 645567 h 1977063"/>
              <a:gd name="csX3" fmla="*/ 80210 w 1155031"/>
              <a:gd name="csY3" fmla="*/ 1977063 h 1977063"/>
              <a:gd name="csX4" fmla="*/ 0 w 1155031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565357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042737"/>
              <a:gd name="csY0" fmla="*/ 1267326 h 1977063"/>
              <a:gd name="csX1" fmla="*/ 882315 w 1042737"/>
              <a:gd name="csY1" fmla="*/ 0 h 1977063"/>
              <a:gd name="csX2" fmla="*/ 1042737 w 1042737"/>
              <a:gd name="csY2" fmla="*/ 501188 h 1977063"/>
              <a:gd name="csX3" fmla="*/ 80210 w 1042737"/>
              <a:gd name="csY3" fmla="*/ 1977063 h 1977063"/>
              <a:gd name="csX4" fmla="*/ 0 w 1042737"/>
              <a:gd name="csY4" fmla="*/ 1267326 h 1977063"/>
              <a:gd name="csX0" fmla="*/ 0 w 962526"/>
              <a:gd name="csY0" fmla="*/ 1267326 h 1977063"/>
              <a:gd name="csX1" fmla="*/ 882315 w 962526"/>
              <a:gd name="csY1" fmla="*/ 0 h 1977063"/>
              <a:gd name="csX2" fmla="*/ 962526 w 962526"/>
              <a:gd name="csY2" fmla="*/ 469104 h 1977063"/>
              <a:gd name="csX3" fmla="*/ 80210 w 962526"/>
              <a:gd name="csY3" fmla="*/ 1977063 h 1977063"/>
              <a:gd name="csX4" fmla="*/ 0 w 962526"/>
              <a:gd name="csY4" fmla="*/ 1267326 h 1977063"/>
              <a:gd name="csX0" fmla="*/ 0 w 1106905"/>
              <a:gd name="csY0" fmla="*/ 1267326 h 1977063"/>
              <a:gd name="csX1" fmla="*/ 882315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06905"/>
              <a:gd name="csY0" fmla="*/ 1267326 h 1977063"/>
              <a:gd name="csX1" fmla="*/ 866440 w 1106905"/>
              <a:gd name="csY1" fmla="*/ 0 h 1977063"/>
              <a:gd name="csX2" fmla="*/ 1106905 w 1106905"/>
              <a:gd name="csY2" fmla="*/ 485146 h 1977063"/>
              <a:gd name="csX3" fmla="*/ 80210 w 1106905"/>
              <a:gd name="csY3" fmla="*/ 1977063 h 1977063"/>
              <a:gd name="csX4" fmla="*/ 0 w 1106905"/>
              <a:gd name="csY4" fmla="*/ 1267326 h 1977063"/>
              <a:gd name="csX0" fmla="*/ 0 w 1141830"/>
              <a:gd name="csY0" fmla="*/ 1267326 h 1977063"/>
              <a:gd name="csX1" fmla="*/ 866440 w 1141830"/>
              <a:gd name="csY1" fmla="*/ 0 h 1977063"/>
              <a:gd name="csX2" fmla="*/ 1141830 w 1141830"/>
              <a:gd name="csY2" fmla="*/ 453396 h 1977063"/>
              <a:gd name="csX3" fmla="*/ 80210 w 1141830"/>
              <a:gd name="csY3" fmla="*/ 1977063 h 1977063"/>
              <a:gd name="csX4" fmla="*/ 0 w 1141830"/>
              <a:gd name="csY4" fmla="*/ 1267326 h 1977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1830" h="1977063">
                <a:moveTo>
                  <a:pt x="0" y="1267326"/>
                </a:moveTo>
                <a:lnTo>
                  <a:pt x="866440" y="0"/>
                </a:lnTo>
                <a:lnTo>
                  <a:pt x="1141830" y="453396"/>
                </a:lnTo>
                <a:lnTo>
                  <a:pt x="80210" y="1977063"/>
                </a:lnTo>
                <a:lnTo>
                  <a:pt x="0" y="1267326"/>
                </a:ln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9CB2A-E925-69B5-63F8-009452AC5EDF}"/>
              </a:ext>
            </a:extLst>
          </p:cNvPr>
          <p:cNvSpPr/>
          <p:nvPr/>
        </p:nvSpPr>
        <p:spPr>
          <a:xfrm>
            <a:off x="6914147" y="3519300"/>
            <a:ext cx="2277979" cy="3625516"/>
          </a:xfrm>
          <a:custGeom>
            <a:avLst/>
            <a:gdLst>
              <a:gd name="csX0" fmla="*/ 0 w 914400"/>
              <a:gd name="csY0" fmla="*/ 0 h 914400"/>
              <a:gd name="csX1" fmla="*/ 914400 w 914400"/>
              <a:gd name="csY1" fmla="*/ 0 h 914400"/>
              <a:gd name="csX2" fmla="*/ 914400 w 914400"/>
              <a:gd name="csY2" fmla="*/ 914400 h 914400"/>
              <a:gd name="csX3" fmla="*/ 0 w 914400"/>
              <a:gd name="csY3" fmla="*/ 914400 h 914400"/>
              <a:gd name="csX4" fmla="*/ 0 w 914400"/>
              <a:gd name="csY4" fmla="*/ 0 h 914400"/>
              <a:gd name="csX0" fmla="*/ 0 w 978568"/>
              <a:gd name="csY0" fmla="*/ 0 h 2390274"/>
              <a:gd name="csX1" fmla="*/ 914400 w 978568"/>
              <a:gd name="csY1" fmla="*/ 0 h 2390274"/>
              <a:gd name="csX2" fmla="*/ 978568 w 978568"/>
              <a:gd name="csY2" fmla="*/ 2390274 h 2390274"/>
              <a:gd name="csX3" fmla="*/ 0 w 978568"/>
              <a:gd name="csY3" fmla="*/ 914400 h 2390274"/>
              <a:gd name="csX4" fmla="*/ 0 w 978568"/>
              <a:gd name="csY4" fmla="*/ 0 h 2390274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0 w 2277979"/>
              <a:gd name="csY3" fmla="*/ 914400 h 3625516"/>
              <a:gd name="csX4" fmla="*/ 0 w 2277979"/>
              <a:gd name="csY4" fmla="*/ 0 h 3625516"/>
              <a:gd name="csX0" fmla="*/ 0 w 2277979"/>
              <a:gd name="csY0" fmla="*/ 0 h 3625516"/>
              <a:gd name="csX1" fmla="*/ 2277979 w 2277979"/>
              <a:gd name="csY1" fmla="*/ 3625516 h 3625516"/>
              <a:gd name="csX2" fmla="*/ 978568 w 2277979"/>
              <a:gd name="csY2" fmla="*/ 2390274 h 3625516"/>
              <a:gd name="csX3" fmla="*/ 3175 w 2277979"/>
              <a:gd name="csY3" fmla="*/ 847725 h 3625516"/>
              <a:gd name="csX4" fmla="*/ 0 w 2277979"/>
              <a:gd name="csY4" fmla="*/ 0 h 36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7979" h="3625516">
                <a:moveTo>
                  <a:pt x="0" y="0"/>
                </a:moveTo>
                <a:lnTo>
                  <a:pt x="2277979" y="3625516"/>
                </a:lnTo>
                <a:cubicBezTo>
                  <a:pt x="1620253" y="2828759"/>
                  <a:pt x="1411705" y="2802021"/>
                  <a:pt x="978568" y="2390274"/>
                </a:cubicBezTo>
                <a:lnTo>
                  <a:pt x="3175" y="847725"/>
                </a:lnTo>
                <a:cubicBezTo>
                  <a:pt x="2117" y="565150"/>
                  <a:pt x="1058" y="282575"/>
                  <a:pt x="0" y="0"/>
                </a:cubicBezTo>
                <a:close/>
              </a:path>
            </a:pathLst>
          </a:custGeom>
          <a:solidFill>
            <a:srgbClr val="32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176DA94-5544-018C-D834-6DAAE78A4E68}"/>
              </a:ext>
            </a:extLst>
          </p:cNvPr>
          <p:cNvSpPr/>
          <p:nvPr/>
        </p:nvSpPr>
        <p:spPr>
          <a:xfrm>
            <a:off x="683753" y="6223642"/>
            <a:ext cx="8734718" cy="9117958"/>
          </a:xfrm>
          <a:prstGeom prst="flowChartConnector">
            <a:avLst/>
          </a:prstGeom>
          <a:solidFill>
            <a:srgbClr val="32AEAE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4C5344E-1F0A-3BDB-19B8-EBBECD959349}"/>
              </a:ext>
            </a:extLst>
          </p:cNvPr>
          <p:cNvSpPr/>
          <p:nvPr/>
        </p:nvSpPr>
        <p:spPr>
          <a:xfrm>
            <a:off x="165100" y="6781489"/>
            <a:ext cx="9677399" cy="9117958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3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Maria Giacomini</dc:creator>
  <cp:lastModifiedBy>Davide Maria Giacomini</cp:lastModifiedBy>
  <cp:revision>1</cp:revision>
  <dcterms:created xsi:type="dcterms:W3CDTF">2026-02-18T08:10:40Z</dcterms:created>
  <dcterms:modified xsi:type="dcterms:W3CDTF">2026-02-18T09:56:09Z</dcterms:modified>
</cp:coreProperties>
</file>