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1330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58D4C-720B-A546-0FF2-F1D342CB5E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B9C7FD-C5F4-E1CD-D186-FB576555E7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1E530D-704D-9E62-E32F-D675EE7F0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587B8-092D-441B-8042-B3FDA8FE2397}" type="datetimeFigureOut">
              <a:rPr lang="en-US" smtClean="0"/>
              <a:t>03/11/2026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507159-3C3F-A3A2-BEB6-776307568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C024C8-C1D8-8770-F012-0190947A5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9198E-5808-4025-8B5A-585DCC9F6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039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A7575-0F70-3928-AAE9-BCC97B6A5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2D123-D959-95BC-50CE-C74B4B4651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112637-B78B-2509-D049-611CAA0A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587B8-092D-441B-8042-B3FDA8FE2397}" type="datetimeFigureOut">
              <a:rPr lang="en-US" smtClean="0"/>
              <a:t>03/11/2026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7F2DC-DFC5-5D62-108F-D3EA8D042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3E8AC-3642-1EA1-E688-7AFE71A4C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9198E-5808-4025-8B5A-585DCC9F6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779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6A772-AF2A-4F55-0839-EC5F1B885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30EFA1-9EE4-AFC1-DF06-5CC6DC62F3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41BBA-F499-54B2-7E3A-185BFFDDA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587B8-092D-441B-8042-B3FDA8FE2397}" type="datetimeFigureOut">
              <a:rPr lang="en-US" smtClean="0"/>
              <a:t>03/11/2026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4E142-394D-51E8-5912-F0E960B26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BD8C02-EED3-C8F8-9F94-B9035BABF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9198E-5808-4025-8B5A-585DCC9F6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805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27629-7730-70B4-4995-8AA984D58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C7F603-E1DC-9DF2-E5AD-E07C237284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85B757-2B18-DC56-EA0B-A1159CE04C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974A70-75F6-6E90-B50D-A96BB14E1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587B8-092D-441B-8042-B3FDA8FE2397}" type="datetimeFigureOut">
              <a:rPr lang="en-US" smtClean="0"/>
              <a:t>03/11/2026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8D0757-C771-2CA7-4D07-3C5CA3AAC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F93DA9-79B1-07DD-8607-72AFDC0E9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9198E-5808-4025-8B5A-585DCC9F6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50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1C12D-F604-6E55-9EF5-A9239C801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200C1F-0F99-ECD2-E041-62C75FBD42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7980BB-EDD8-CACB-B745-9221B86247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B98FE0-F0DF-882C-95E7-BDA79807F0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3774C0-7191-61EC-5FC8-2FB3B9BFC3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09FB78-0727-B2B6-C4EB-00A801100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587B8-092D-441B-8042-B3FDA8FE2397}" type="datetimeFigureOut">
              <a:rPr lang="en-US" smtClean="0"/>
              <a:t>03/11/2026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DD791E-3E0F-770F-43C0-A96F49E7C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048B00-7587-D08F-4B6D-7A113D231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9198E-5808-4025-8B5A-585DCC9F6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383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D8113-CD69-8FC3-5802-9324572D6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B98907-DECD-A136-2042-20A6A172C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587B8-092D-441B-8042-B3FDA8FE2397}" type="datetimeFigureOut">
              <a:rPr lang="en-US" smtClean="0"/>
              <a:t>03/11/2026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64C873-A9BE-0951-16BC-0D176722F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0EBBA9-A472-C869-5375-7EA7CE8F6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9198E-5808-4025-8B5A-585DCC9F6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018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418EC7-0087-2873-41EA-F252ED03E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587B8-092D-441B-8042-B3FDA8FE2397}" type="datetimeFigureOut">
              <a:rPr lang="en-US" smtClean="0"/>
              <a:t>03/11/2026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68057A-1EDA-046E-B10D-CB73E29E1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A669EB-72D5-4BFB-6B08-46B51804C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9198E-5808-4025-8B5A-585DCC9F6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223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B9622-EEB9-6AF2-9800-DF19169F4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D3F91-CB91-E827-02AD-D3F8629B0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41EDA3-CBAB-79E2-A7DA-2ED754F31E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986534-1ECA-7FB2-15B8-02DA22F4F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587B8-092D-441B-8042-B3FDA8FE2397}" type="datetimeFigureOut">
              <a:rPr lang="en-US" smtClean="0"/>
              <a:t>03/11/2026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0A7769-2D2C-7F0F-CAA1-5A837FF72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CBF3F3-664C-0C8D-521E-B5ACCDAB7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9198E-5808-4025-8B5A-585DCC9F6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44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26B9B-C1E3-A08A-2E73-88E58A617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D4BCDB-A880-EC5E-A6B7-A06A513F52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E5A4A7-2EDC-CCFF-63D6-AE9AB15435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50BFFE-6701-5009-E640-7067158F3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587B8-092D-441B-8042-B3FDA8FE2397}" type="datetimeFigureOut">
              <a:rPr lang="en-US" smtClean="0"/>
              <a:t>03/11/2026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081E01-7293-8D87-ECBB-0872D073A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AC21E8-F71E-DB61-CA93-B96088E1D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9198E-5808-4025-8B5A-585DCC9F6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918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AF58A-D9CE-06D5-8020-7DE088FE0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7BB9F2-D635-4EFC-15F6-641E0F57D1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7DE02B-F45B-B5BF-75C3-D55B157D1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587B8-092D-441B-8042-B3FDA8FE2397}" type="datetimeFigureOut">
              <a:rPr lang="en-US" smtClean="0"/>
              <a:t>03/11/2026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7C1B90-A3A9-C821-1E77-1FDB2996D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4C7006-62A1-A622-3ED6-4F5AA6111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9198E-5808-4025-8B5A-585DCC9F6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070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8A3A8F-FCF9-3520-DA44-BB8A675056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C0A8D5-369A-E885-8178-E96A26AE79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BA70CD-6280-B19A-B89E-C8065C6ED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587B8-092D-441B-8042-B3FDA8FE2397}" type="datetimeFigureOut">
              <a:rPr lang="en-US" smtClean="0"/>
              <a:t>03/11/2026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BD2A3C-73F9-FFE9-7A54-A569D64A4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BA3F5E-552D-5AAE-625E-46E55445D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9198E-5808-4025-8B5A-585DCC9F6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446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FCD17A-8843-7052-4DD4-CEE30B5F5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60D830-15AC-CCA8-0522-498FC1B59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9F160-8971-81BD-BA9E-11A9564482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0587B8-092D-441B-8042-B3FDA8FE2397}" type="datetimeFigureOut">
              <a:rPr lang="en-US" smtClean="0"/>
              <a:t>03/11/2026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679D8-46C5-8A55-4BB8-2C537C027C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22200-7897-2113-BA6D-8D04FAAE5B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49198E-5808-4025-8B5A-585DCC9F6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155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8B064CC-CA79-4038-148B-D14E1038EB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642" y="1553321"/>
            <a:ext cx="3751358" cy="375135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6A3CA36-1290-1CA6-7F0F-59D7E690A5B6}"/>
              </a:ext>
            </a:extLst>
          </p:cNvPr>
          <p:cNvSpPr txBox="1"/>
          <p:nvPr/>
        </p:nvSpPr>
        <p:spPr>
          <a:xfrm>
            <a:off x="3734148" y="2819400"/>
            <a:ext cx="744947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dirty="0" err="1">
                <a:solidFill>
                  <a:srgbClr val="FF5900"/>
                </a:solidFill>
                <a:latin typeface="Pathway Extreme 8pt Medium" pitchFamily="2" charset="0"/>
              </a:rPr>
              <a:t>Up</a:t>
            </a:r>
            <a:r>
              <a:rPr lang="en-US" sz="9600" dirty="0" err="1">
                <a:latin typeface="Pathway Extreme 8pt Medium" pitchFamily="2" charset="0"/>
              </a:rPr>
              <a:t>Ventures</a:t>
            </a:r>
            <a:endParaRPr lang="en-US" sz="9600" dirty="0">
              <a:latin typeface="Pathway Extreme 8pt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3905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CF54E-5F68-EBCF-C4A1-37735C341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7070E3E-20F4-19C6-31BF-F06CF4A22A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642" y="1553321"/>
            <a:ext cx="3751358" cy="375135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847E152-904D-1EF8-040A-F259F4CE2F13}"/>
              </a:ext>
            </a:extLst>
          </p:cNvPr>
          <p:cNvSpPr txBox="1"/>
          <p:nvPr/>
        </p:nvSpPr>
        <p:spPr>
          <a:xfrm>
            <a:off x="3734148" y="2819400"/>
            <a:ext cx="744947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dirty="0" err="1">
                <a:solidFill>
                  <a:srgbClr val="FF5900"/>
                </a:solidFill>
                <a:latin typeface="Pathway Extreme 8pt Medium" pitchFamily="2" charset="0"/>
              </a:rPr>
              <a:t>Up</a:t>
            </a:r>
            <a:r>
              <a:rPr lang="en-US" sz="9600" dirty="0" err="1">
                <a:latin typeface="Pathway Extreme 8pt Medium" pitchFamily="2" charset="0"/>
              </a:rPr>
              <a:t>Ventures</a:t>
            </a:r>
            <a:endParaRPr lang="en-US" sz="9600" dirty="0">
              <a:latin typeface="Pathway Extreme 8pt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600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7F07E-FE76-22B1-8A9A-C4BC59D49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76C9DF7-6286-B56C-C6BF-7475755B41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642" y="1553321"/>
            <a:ext cx="3751358" cy="375135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DC85627-88B3-F218-F9E2-A1D91BE384FF}"/>
              </a:ext>
            </a:extLst>
          </p:cNvPr>
          <p:cNvSpPr txBox="1"/>
          <p:nvPr/>
        </p:nvSpPr>
        <p:spPr>
          <a:xfrm>
            <a:off x="3734148" y="2819400"/>
            <a:ext cx="744947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dirty="0" err="1">
                <a:solidFill>
                  <a:srgbClr val="FF5900"/>
                </a:solidFill>
                <a:latin typeface="Pathway Extreme 8pt Medium" pitchFamily="2" charset="0"/>
              </a:rPr>
              <a:t>Up</a:t>
            </a:r>
            <a:r>
              <a:rPr lang="en-US" sz="9600" dirty="0" err="1">
                <a:latin typeface="Pathway Extreme 8pt Medium" pitchFamily="2" charset="0"/>
              </a:rPr>
              <a:t>Ventures</a:t>
            </a:r>
            <a:endParaRPr lang="en-US" sz="9600" dirty="0">
              <a:latin typeface="Pathway Extreme 8pt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6540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E4122C-38E5-AFEE-9E2D-732B4B054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7D40CAE-D4B2-F6B8-37B5-AFBB78A250BE}"/>
              </a:ext>
            </a:extLst>
          </p:cNvPr>
          <p:cNvSpPr txBox="1"/>
          <p:nvPr/>
        </p:nvSpPr>
        <p:spPr>
          <a:xfrm>
            <a:off x="403576" y="2705725"/>
            <a:ext cx="1138484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dirty="0">
                <a:solidFill>
                  <a:schemeClr val="bg1"/>
                </a:solidFill>
                <a:latin typeface="Pathway Extreme 8pt Medium" pitchFamily="2" charset="0"/>
              </a:rPr>
              <a:t>www.</a:t>
            </a:r>
            <a:r>
              <a:rPr lang="en-US" sz="8800" dirty="0">
                <a:solidFill>
                  <a:srgbClr val="FF5900"/>
                </a:solidFill>
                <a:latin typeface="Pathway Extreme 8pt Medium" pitchFamily="2" charset="0"/>
              </a:rPr>
              <a:t>Up</a:t>
            </a:r>
            <a:r>
              <a:rPr lang="en-US" sz="8800" dirty="0">
                <a:solidFill>
                  <a:schemeClr val="bg1"/>
                </a:solidFill>
                <a:latin typeface="Pathway Extreme 8pt Medium" pitchFamily="2" charset="0"/>
              </a:rPr>
              <a:t>Ventures.io</a:t>
            </a:r>
          </a:p>
        </p:txBody>
      </p:sp>
    </p:spTree>
    <p:extLst>
      <p:ext uri="{BB962C8B-B14F-4D97-AF65-F5344CB8AC3E}">
        <p14:creationId xmlns:p14="http://schemas.microsoft.com/office/powerpoint/2010/main" val="243449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1700DC-FB64-BEE4-0AB0-6C276D066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ECDE01B-B018-D713-B17C-C53507CBA8C6}"/>
              </a:ext>
            </a:extLst>
          </p:cNvPr>
          <p:cNvSpPr txBox="1"/>
          <p:nvPr/>
        </p:nvSpPr>
        <p:spPr>
          <a:xfrm>
            <a:off x="1561816" y="2336800"/>
            <a:ext cx="1116866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dirty="0" err="1">
                <a:solidFill>
                  <a:srgbClr val="FF5900"/>
                </a:solidFill>
                <a:latin typeface="Pathway Extreme 8pt Medium" pitchFamily="2" charset="0"/>
              </a:rPr>
              <a:t>Up</a:t>
            </a:r>
            <a:r>
              <a:rPr lang="en-US" sz="13800" dirty="0" err="1">
                <a:solidFill>
                  <a:schemeClr val="bg1"/>
                </a:solidFill>
                <a:latin typeface="Pathway Extreme 8pt Medium" pitchFamily="2" charset="0"/>
              </a:rPr>
              <a:t>Ventures</a:t>
            </a:r>
            <a:endParaRPr lang="en-US" sz="13800" dirty="0">
              <a:solidFill>
                <a:schemeClr val="bg1"/>
              </a:solidFill>
              <a:latin typeface="Pathway Extreme 8pt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93133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</TotalTime>
  <Words>9</Words>
  <Application>Microsoft Office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Pathway Extreme 8pt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Davide Maria Giacomini</dc:creator>
  <cp:lastModifiedBy>Davide Maria Giacomini</cp:lastModifiedBy>
  <cp:revision>2</cp:revision>
  <dcterms:created xsi:type="dcterms:W3CDTF">2026-02-21T16:39:47Z</dcterms:created>
  <dcterms:modified xsi:type="dcterms:W3CDTF">2026-03-11T08:26:35Z</dcterms:modified>
</cp:coreProperties>
</file>