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81925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20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741" y="471289"/>
            <a:ext cx="5836444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2741" y="1512522"/>
            <a:ext cx="5836444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0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9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954" y="717932"/>
            <a:ext cx="6711910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954" y="1927150"/>
            <a:ext cx="6711910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5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5007" y="766593"/>
            <a:ext cx="3307318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9600" y="766593"/>
            <a:ext cx="3307318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75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021" y="153319"/>
            <a:ext cx="6711910" cy="55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021" y="705933"/>
            <a:ext cx="3292119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021" y="1051899"/>
            <a:ext cx="3292119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9599" y="705933"/>
            <a:ext cx="3308332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9599" y="1051899"/>
            <a:ext cx="3308332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86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1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9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021" y="191982"/>
            <a:ext cx="2509873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31" y="414627"/>
            <a:ext cx="3939600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6021" y="863918"/>
            <a:ext cx="2509873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6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021" y="191982"/>
            <a:ext cx="2509873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8331" y="414627"/>
            <a:ext cx="3939600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6021" y="863918"/>
            <a:ext cx="2509873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2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1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8940" y="153319"/>
            <a:ext cx="1677978" cy="24404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5007" y="153319"/>
            <a:ext cx="4936659" cy="24404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5008" y="153319"/>
            <a:ext cx="6711910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008" y="766593"/>
            <a:ext cx="6711910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5007" y="2669079"/>
            <a:ext cx="1750933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247A3-9D44-4B21-8DE4-E30C5EA1D75C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7763" y="2669079"/>
            <a:ext cx="262640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95985" y="2669079"/>
            <a:ext cx="1750933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B1EF8-A6BD-4D29-A8B5-BE9F8F22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1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DE96-E08E-EF8E-6787-18F71F4A5D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95A90-E3C1-9170-4EF3-91D9F9B25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08D0FB-09BD-301B-A45C-0F124B0B4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2538" r="24183" b="17584"/>
          <a:stretch>
            <a:fillRect/>
          </a:stretch>
        </p:blipFill>
        <p:spPr>
          <a:xfrm>
            <a:off x="0" y="0"/>
            <a:ext cx="7781925" cy="28797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39F4C0-9EAE-5D08-5145-FE7BE49012B8}"/>
              </a:ext>
            </a:extLst>
          </p:cNvPr>
          <p:cNvSpPr/>
          <p:nvPr/>
        </p:nvSpPr>
        <p:spPr>
          <a:xfrm>
            <a:off x="0" y="-1"/>
            <a:ext cx="7781926" cy="2879725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5C3B7-81FF-8935-9174-0AC620ED0678}"/>
              </a:ext>
            </a:extLst>
          </p:cNvPr>
          <p:cNvSpPr txBox="1"/>
          <p:nvPr/>
        </p:nvSpPr>
        <p:spPr>
          <a:xfrm>
            <a:off x="1503699" y="319698"/>
            <a:ext cx="47745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600" dirty="0">
                <a:solidFill>
                  <a:srgbClr val="FF5900"/>
                </a:solidFill>
                <a:latin typeface="Pathway Extreme 8pt ExtraLight" pitchFamily="2" charset="0"/>
                <a:cs typeface="Miriam" panose="020F0502020204030204" pitchFamily="34" charset="-79"/>
              </a:rPr>
              <a:t>EXPLORE DEEP.</a:t>
            </a:r>
            <a:br>
              <a:rPr lang="en-US" sz="3600" b="1" spc="600" dirty="0">
                <a:solidFill>
                  <a:srgbClr val="FF5900"/>
                </a:solidFill>
                <a:latin typeface="Pathway Extreme 8pt ExtraLight" pitchFamily="2" charset="0"/>
                <a:cs typeface="Miriam" panose="020F0502020204030204" pitchFamily="34" charset="-79"/>
              </a:rPr>
            </a:br>
            <a:r>
              <a:rPr lang="en-US" sz="3600" b="1" spc="600" dirty="0">
                <a:solidFill>
                  <a:srgbClr val="FF5900"/>
                </a:solidFill>
                <a:latin typeface="Pathway Extreme 8pt ExtraLight" pitchFamily="2" charset="0"/>
                <a:cs typeface="Miriam" panose="020F0502020204030204" pitchFamily="34" charset="-79"/>
              </a:rPr>
              <a:t>CLIMB HIGH.</a:t>
            </a:r>
            <a:br>
              <a:rPr lang="en-US" sz="3600" b="1" spc="600" dirty="0">
                <a:solidFill>
                  <a:srgbClr val="FF5900"/>
                </a:solidFill>
                <a:latin typeface="Pathway Extreme 8pt ExtraLight" pitchFamily="2" charset="0"/>
                <a:cs typeface="Miriam" panose="020F0502020204030204" pitchFamily="34" charset="-79"/>
              </a:rPr>
            </a:br>
            <a:r>
              <a:rPr lang="en-US" sz="3600" b="1" spc="600" dirty="0">
                <a:solidFill>
                  <a:srgbClr val="FF5900"/>
                </a:solidFill>
                <a:latin typeface="Pathway Extreme 8pt ExtraLight" pitchFamily="2" charset="0"/>
                <a:cs typeface="Miriam" panose="020F0502020204030204" pitchFamily="34" charset="-79"/>
              </a:rPr>
              <a:t>VENTURE FAR.</a:t>
            </a:r>
          </a:p>
          <a:p>
            <a:pPr algn="ctr"/>
            <a:endParaRPr lang="en-US" sz="3600" b="1" spc="600" dirty="0">
              <a:solidFill>
                <a:srgbClr val="FF5900"/>
              </a:solidFill>
              <a:latin typeface="Pathway Extreme 8pt ExtraLight" pitchFamily="2" charset="0"/>
              <a:cs typeface="Miriam" panose="020F0502020204030204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39676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11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Pathway Extreme 8pt ExtraLight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Maria Giacomini</dc:creator>
  <cp:lastModifiedBy>Davide Maria Giacomini</cp:lastModifiedBy>
  <cp:revision>3</cp:revision>
  <dcterms:created xsi:type="dcterms:W3CDTF">2026-02-21T15:49:09Z</dcterms:created>
  <dcterms:modified xsi:type="dcterms:W3CDTF">2026-02-21T16:09:24Z</dcterms:modified>
</cp:coreProperties>
</file>