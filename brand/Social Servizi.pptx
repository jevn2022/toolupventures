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9144000" cy="11430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AEAE"/>
    <a:srgbClr val="FF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2" d="100"/>
          <a:sy n="42" d="100"/>
        </p:scale>
        <p:origin x="1829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870605"/>
            <a:ext cx="7772400" cy="397933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6003397"/>
            <a:ext cx="6858000" cy="275960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08EAF-802F-47A5-9765-B4E91881CB32}" type="datetimeFigureOut">
              <a:rPr lang="en-US" smtClean="0"/>
              <a:t>03/08/2026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61305-2260-483B-8C27-4CB0F3387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838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08EAF-802F-47A5-9765-B4E91881CB32}" type="datetimeFigureOut">
              <a:rPr lang="en-US" smtClean="0"/>
              <a:t>03/08/2026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61305-2260-483B-8C27-4CB0F3387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394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2849566"/>
            <a:ext cx="7886700" cy="475456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7649107"/>
            <a:ext cx="7886700" cy="250031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08EAF-802F-47A5-9765-B4E91881CB32}" type="datetimeFigureOut">
              <a:rPr lang="en-US" smtClean="0"/>
              <a:t>03/08/2026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61305-2260-483B-8C27-4CB0F3387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484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3042708"/>
            <a:ext cx="3886200" cy="72522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3042708"/>
            <a:ext cx="3886200" cy="72522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08EAF-802F-47A5-9765-B4E91881CB32}" type="datetimeFigureOut">
              <a:rPr lang="en-US" smtClean="0"/>
              <a:t>03/08/2026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61305-2260-483B-8C27-4CB0F3387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747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608544"/>
            <a:ext cx="7886700" cy="22092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2801938"/>
            <a:ext cx="3868340" cy="13731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4175125"/>
            <a:ext cx="3868340" cy="61409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2801938"/>
            <a:ext cx="3887391" cy="13731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4175125"/>
            <a:ext cx="3887391" cy="61409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08EAF-802F-47A5-9765-B4E91881CB32}" type="datetimeFigureOut">
              <a:rPr lang="en-US" smtClean="0"/>
              <a:t>03/08/2026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61305-2260-483B-8C27-4CB0F3387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502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08EAF-802F-47A5-9765-B4E91881CB32}" type="datetimeFigureOut">
              <a:rPr lang="en-US" smtClean="0"/>
              <a:t>03/08/2026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61305-2260-483B-8C27-4CB0F3387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98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08EAF-802F-47A5-9765-B4E91881CB32}" type="datetimeFigureOut">
              <a:rPr lang="en-US" smtClean="0"/>
              <a:t>03/08/2026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61305-2260-483B-8C27-4CB0F3387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449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762000"/>
            <a:ext cx="2949178" cy="2667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1645711"/>
            <a:ext cx="4629150" cy="812270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3429000"/>
            <a:ext cx="2949178" cy="635264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08EAF-802F-47A5-9765-B4E91881CB32}" type="datetimeFigureOut">
              <a:rPr lang="en-US" smtClean="0"/>
              <a:t>03/08/2026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61305-2260-483B-8C27-4CB0F3387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048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762000"/>
            <a:ext cx="2949178" cy="2667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1645711"/>
            <a:ext cx="4629150" cy="812270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3429000"/>
            <a:ext cx="2949178" cy="635264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08EAF-802F-47A5-9765-B4E91881CB32}" type="datetimeFigureOut">
              <a:rPr lang="en-US" smtClean="0"/>
              <a:t>03/08/2026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61305-2260-483B-8C27-4CB0F3387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188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08EAF-802F-47A5-9765-B4E91881CB32}" type="datetimeFigureOut">
              <a:rPr lang="en-US" smtClean="0"/>
              <a:t>03/08/2026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61305-2260-483B-8C27-4CB0F3387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496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608542"/>
            <a:ext cx="1971675" cy="96863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608542"/>
            <a:ext cx="5800725" cy="96863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08EAF-802F-47A5-9765-B4E91881CB32}" type="datetimeFigureOut">
              <a:rPr lang="en-US" smtClean="0"/>
              <a:t>03/08/2026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61305-2260-483B-8C27-4CB0F3387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228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608544"/>
            <a:ext cx="7886700" cy="22092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3042708"/>
            <a:ext cx="7886700" cy="72522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10593919"/>
            <a:ext cx="2057400" cy="608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608EAF-802F-47A5-9765-B4E91881CB32}" type="datetimeFigureOut">
              <a:rPr lang="en-US" smtClean="0"/>
              <a:t>03/08/2026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10593919"/>
            <a:ext cx="3086100" cy="608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10593919"/>
            <a:ext cx="2057400" cy="608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161305-2260-483B-8C27-4CB0F3387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334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11DF79-9288-7E30-5119-C820BE2C4D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67" b="7200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5E8839C-FA0D-780B-5AA6-E0DBDB34F1E2}"/>
              </a:ext>
            </a:extLst>
          </p:cNvPr>
          <p:cNvSpPr/>
          <p:nvPr/>
        </p:nvSpPr>
        <p:spPr>
          <a:xfrm>
            <a:off x="0" y="0"/>
            <a:ext cx="9144000" cy="11430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8000">
                <a:schemeClr val="tx1">
                  <a:alpha val="5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704155-8B2E-2731-1FC0-015D1444925E}"/>
              </a:ext>
            </a:extLst>
          </p:cNvPr>
          <p:cNvSpPr txBox="1"/>
          <p:nvPr/>
        </p:nvSpPr>
        <p:spPr>
          <a:xfrm>
            <a:off x="1956816" y="7475559"/>
            <a:ext cx="52303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FF5900"/>
                </a:solidFill>
                <a:latin typeface="Pathway Extreme 8pt" pitchFamily="2" charset="0"/>
              </a:rPr>
              <a:t>The Ascent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74D1FC-DE66-88C5-F8D6-CE8B4EEE8856}"/>
              </a:ext>
            </a:extLst>
          </p:cNvPr>
          <p:cNvSpPr txBox="1"/>
          <p:nvPr/>
        </p:nvSpPr>
        <p:spPr>
          <a:xfrm>
            <a:off x="0" y="8491222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err="1">
                <a:solidFill>
                  <a:schemeClr val="bg1"/>
                </a:solidFill>
                <a:latin typeface="Pathway Extreme 8pt" pitchFamily="2" charset="0"/>
              </a:rPr>
              <a:t>Strategia</a:t>
            </a:r>
            <a:r>
              <a:rPr lang="en-US" sz="3600" b="1" dirty="0">
                <a:solidFill>
                  <a:schemeClr val="bg1"/>
                </a:solidFill>
                <a:latin typeface="Pathway Extreme 8pt" pitchFamily="2" charset="0"/>
              </a:rPr>
              <a:t> – Go-To-Market - </a:t>
            </a:r>
            <a:r>
              <a:rPr lang="en-US" sz="3600" b="1" dirty="0" err="1">
                <a:solidFill>
                  <a:schemeClr val="bg1"/>
                </a:solidFill>
                <a:latin typeface="Pathway Extreme 8pt" pitchFamily="2" charset="0"/>
              </a:rPr>
              <a:t>Sviluppo</a:t>
            </a:r>
            <a:endParaRPr lang="en-US" sz="3600" b="1" dirty="0">
              <a:solidFill>
                <a:schemeClr val="bg1"/>
              </a:solidFill>
              <a:latin typeface="Pathway Extreme 8p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237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9B98C-53DB-7F34-F585-32F1561A7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80A8B6-32BB-7888-20BD-C2A93E8EC9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42" b="8442"/>
          <a:stretch/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5D37063-01BA-42A2-88BE-8CAC34785AF6}"/>
              </a:ext>
            </a:extLst>
          </p:cNvPr>
          <p:cNvSpPr/>
          <p:nvPr/>
        </p:nvSpPr>
        <p:spPr>
          <a:xfrm>
            <a:off x="0" y="0"/>
            <a:ext cx="9144000" cy="11430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8000">
                <a:schemeClr val="tx1">
                  <a:alpha val="5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7CFC68-9BFE-CD1D-C8EC-95E01DAEF872}"/>
              </a:ext>
            </a:extLst>
          </p:cNvPr>
          <p:cNvSpPr txBox="1"/>
          <p:nvPr/>
        </p:nvSpPr>
        <p:spPr>
          <a:xfrm>
            <a:off x="1956816" y="7475559"/>
            <a:ext cx="52303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FF5900"/>
                </a:solidFill>
                <a:latin typeface="Pathway Extreme 8pt" pitchFamily="2" charset="0"/>
              </a:rPr>
              <a:t>The Flow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480632-4F18-F964-7307-91FEFA8FEE24}"/>
              </a:ext>
            </a:extLst>
          </p:cNvPr>
          <p:cNvSpPr txBox="1"/>
          <p:nvPr/>
        </p:nvSpPr>
        <p:spPr>
          <a:xfrm>
            <a:off x="0" y="8491222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Pathway Extreme 8pt" pitchFamily="2" charset="0"/>
              </a:rPr>
              <a:t>Internal Venture Building</a:t>
            </a:r>
          </a:p>
        </p:txBody>
      </p:sp>
    </p:spTree>
    <p:extLst>
      <p:ext uri="{BB962C8B-B14F-4D97-AF65-F5344CB8AC3E}">
        <p14:creationId xmlns:p14="http://schemas.microsoft.com/office/powerpoint/2010/main" val="2076447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8C9E9-1F62-633D-3409-DD9EB68A0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543FFC5-21C5-BBCC-7126-1AB561D395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/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A511D13-F88A-5973-84C2-6A54F0F84495}"/>
              </a:ext>
            </a:extLst>
          </p:cNvPr>
          <p:cNvSpPr/>
          <p:nvPr/>
        </p:nvSpPr>
        <p:spPr>
          <a:xfrm>
            <a:off x="0" y="0"/>
            <a:ext cx="9144000" cy="11430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8000">
                <a:schemeClr val="tx1">
                  <a:alpha val="5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44C4B4-1845-55D5-A6CD-9DEE2B5A898B}"/>
              </a:ext>
            </a:extLst>
          </p:cNvPr>
          <p:cNvSpPr txBox="1"/>
          <p:nvPr/>
        </p:nvSpPr>
        <p:spPr>
          <a:xfrm>
            <a:off x="1956816" y="7475559"/>
            <a:ext cx="52303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FF5900"/>
                </a:solidFill>
                <a:latin typeface="Pathway Extreme 8pt" pitchFamily="2" charset="0"/>
              </a:rPr>
              <a:t>The Depth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49DBF8-9F86-FD4D-057C-FCBF601CC715}"/>
              </a:ext>
            </a:extLst>
          </p:cNvPr>
          <p:cNvSpPr txBox="1"/>
          <p:nvPr/>
        </p:nvSpPr>
        <p:spPr>
          <a:xfrm>
            <a:off x="0" y="8491222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Pathway Extreme 8pt" pitchFamily="2" charset="0"/>
              </a:rPr>
              <a:t>Venture Co-Development</a:t>
            </a:r>
          </a:p>
        </p:txBody>
      </p:sp>
    </p:spTree>
    <p:extLst>
      <p:ext uri="{BB962C8B-B14F-4D97-AF65-F5344CB8AC3E}">
        <p14:creationId xmlns:p14="http://schemas.microsoft.com/office/powerpoint/2010/main" val="353218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15F7EE-9CF0-F4D5-BF8A-D99E6BB05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0F379D4-9E1C-D90E-860D-8E33B7148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6816" y="3300984"/>
            <a:ext cx="4828032" cy="482803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07C6D0B-0979-6FB9-9199-68C9BA4CFF1F}"/>
              </a:ext>
            </a:extLst>
          </p:cNvPr>
          <p:cNvSpPr/>
          <p:nvPr/>
        </p:nvSpPr>
        <p:spPr>
          <a:xfrm>
            <a:off x="0" y="0"/>
            <a:ext cx="9144000" cy="114300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D37D62-2227-457C-75E9-727A4927F56C}"/>
              </a:ext>
            </a:extLst>
          </p:cNvPr>
          <p:cNvSpPr txBox="1"/>
          <p:nvPr/>
        </p:nvSpPr>
        <p:spPr>
          <a:xfrm>
            <a:off x="1883664" y="2938778"/>
            <a:ext cx="52303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FF5900"/>
                </a:solidFill>
                <a:latin typeface="Pathway Extreme 8pt" pitchFamily="2" charset="0"/>
              </a:rPr>
              <a:t>Idea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7B70CD-0DC2-F58E-E717-9BD94BA70ACF}"/>
              </a:ext>
            </a:extLst>
          </p:cNvPr>
          <p:cNvSpPr txBox="1"/>
          <p:nvPr/>
        </p:nvSpPr>
        <p:spPr>
          <a:xfrm>
            <a:off x="1883664" y="7827770"/>
            <a:ext cx="52303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32AEAE"/>
                </a:solidFill>
                <a:latin typeface="Pathway Extreme 8pt" pitchFamily="2" charset="0"/>
              </a:rPr>
              <a:t>Execution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1BD644B-656B-17CF-4620-9D6ADCB92F14}"/>
              </a:ext>
            </a:extLst>
          </p:cNvPr>
          <p:cNvCxnSpPr>
            <a:cxnSpLocks/>
          </p:cNvCxnSpPr>
          <p:nvPr/>
        </p:nvCxnSpPr>
        <p:spPr>
          <a:xfrm>
            <a:off x="4498848" y="3895850"/>
            <a:ext cx="0" cy="3931920"/>
          </a:xfrm>
          <a:prstGeom prst="straightConnector1">
            <a:avLst/>
          </a:prstGeom>
          <a:ln w="34925">
            <a:solidFill>
              <a:schemeClr val="bg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742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9A11E12-1C4E-4A99-9CBC-9403123AD4D0}">
  <we:reference id="wa200010001" version="1.0.0.0" store="en-US" storeType="OMEX"/>
  <we:alternateReferences>
    <we:reference id="wa200010001" version="1.0.0.0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985</TotalTime>
  <Words>18</Words>
  <Application>Microsoft Office PowerPoint</Application>
  <PresentationFormat>Custom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Pathway Extreme 8pt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Davide Maria Giacomini</dc:creator>
  <cp:lastModifiedBy>Davide Maria Giacomini</cp:lastModifiedBy>
  <cp:revision>2</cp:revision>
  <dcterms:created xsi:type="dcterms:W3CDTF">2026-03-08T15:25:14Z</dcterms:created>
  <dcterms:modified xsi:type="dcterms:W3CDTF">2026-03-09T07:51:03Z</dcterms:modified>
</cp:coreProperties>
</file>